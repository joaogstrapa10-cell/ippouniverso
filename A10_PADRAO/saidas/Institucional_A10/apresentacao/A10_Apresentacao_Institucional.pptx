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1_Capa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2_QuemSomos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3_Portfolio_1de2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4_Portfolio_2de2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5_PrimeiroContato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0_Apresentacao_06_Fechamento_1920x1080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