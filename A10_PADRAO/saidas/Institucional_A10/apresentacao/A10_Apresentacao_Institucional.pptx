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10_Apresentacao_01_Capa_1920x1080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10_Apresentacao_02_QuemSomos_1920x1080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10_Apresentacao_03_Portfolio_1920x1080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10_Apresentacao_04_PrimeiroContato_1920x1080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